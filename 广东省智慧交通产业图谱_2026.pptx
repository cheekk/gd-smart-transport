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广东省智慧交通产业图谱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CEE"/>
                </a:solidFill>
              </a:defRPr>
            </a:pPr>
            <a:r>
              <a:t>GUANGDONG INTELLIGENT TRANSPORTATION INDUSTRY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三层架构 · 十二大场景 · 全产业链覆盖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收录 397 家企业/机构  |  上游 137 · 中游 188 · 下游 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广东省智能交通协会 编制 · 2026年版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编制说明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本产业图谱由广东省智能交通协会组织编制，旨在全面梳理广东省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智慧交通产业链上下游企业，为行业管理部门、投资机构和产业链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上下游企业提供参考。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数据来源：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• 广东省智能交通协会会员名录（302家）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• 企业调研问卷及公开年报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• 全网公开信息搜索及企业官网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分类体系：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• 三层产业链架构：上游技术 / 中游集成 / 下游应用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• 十二大应用场景</a:t>
            </a:r>
          </a:p>
          <a:p>
            <a:pPr>
              <a:spcAft>
                <a:spcPts val="200"/>
              </a:spcAft>
              <a:defRPr sz="1100" b="0">
                <a:solidFill>
                  <a:srgbClr val="334055"/>
                </a:solidFill>
              </a:defRPr>
            </a:pPr>
            <a:r>
              <a:t>• 三大企业类型：国央企 / 民企 / 科研机构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关键统计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收录企业总数：397 家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按层级分布：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  上游技术：137 家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  中游集成：188 家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  下游应用：72 家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按企业类型：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  国央企：93 家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  民企：285 家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  科研机构：19 家</a:t>
            </a: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1E293B"/>
                </a:solidFill>
              </a:defRPr>
            </a:pPr>
            <a:r>
              <a:t>覆盖场景：12 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十二大场景 × 三层产业链 交叉统计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56032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1188720"/>
            <a:ext cx="18288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上游技术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59" y="1188720"/>
            <a:ext cx="18288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中游集成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1188720"/>
            <a:ext cx="18288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下游应用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188720"/>
            <a:ext cx="1371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合计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36192"/>
            <a:ext cx="25603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智慧交通管理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53619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15361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59" y="153619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15361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149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53619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79" y="15361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1536192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53619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231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8105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智慧公路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1810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79" y="1810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1810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8105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111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084832"/>
            <a:ext cx="25603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0848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交通大数据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08483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79" y="20848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208483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79" y="20848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59" y="208483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79" y="20848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2084832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208483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23591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人工智能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79" y="23591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79" y="23591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79" y="235915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359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63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633472"/>
            <a:ext cx="25603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26334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自动驾驶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263347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4679" y="26334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42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263347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79" y="26334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59" y="2633472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79" y="26334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2633472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263347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290779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湾区MaaS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79" y="290779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79" y="290779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79" y="290779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34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290779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52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182111"/>
            <a:ext cx="25603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18211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信创网络安全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318211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54679" y="318211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59" y="318211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83479" y="318211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6559" y="318211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79" y="318211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0" y="3182111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1080" y="3182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34564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低空智慧交通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4679" y="345643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79" y="345643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79" y="345643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1080" y="34564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3730751"/>
            <a:ext cx="25603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373075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智慧轨道交通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08960" y="373075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54679" y="373075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59" y="373075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3479" y="373075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59" y="373075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12279" y="373075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3730751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41080" y="373075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400507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智慧停车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54679" y="400507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83479" y="400507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12279" y="400507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41080" y="400507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4279391"/>
            <a:ext cx="25603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4360" y="427939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智慧港航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08960" y="427939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54679" y="427939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59" y="427939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83479" y="427939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66559" y="4279391"/>
            <a:ext cx="18288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79" y="427939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95360" y="4279391"/>
            <a:ext cx="137160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41080" y="427939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" y="455371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055"/>
                </a:solidFill>
              </a:defRPr>
            </a:pPr>
            <a:r>
              <a:t>具身智能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54679" y="455371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83479" y="455371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C3AED"/>
                </a:solidFill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12279" y="455371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41080" y="45537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场景：智慧交通管理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231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上游技术（67家）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中国电信股份有限公司广东分公司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中国移动通信集团广东有限公司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中国联合网络通信有限公司中山市分公司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中国联合网络通信有限公司广东省分公司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中电科普天科技股份有限公司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广州交信投科技股份有限公司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深圳市易行网数字科技有限公司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上海峰华人工智能科技有限公司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中兴通讯股份有限公司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中山市人杰职业培训学校有限公司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云念软件（广东）有限公司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佛山市青松科技股份有限公司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佳都科技集团股份有限公司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北京卓视智通科技有限责任公司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北京博研智通科技有限公司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北京四维图新科技股份有限公司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北京视讯伟业科技有限公司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华为技术有限公司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49 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中游集成（149家）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中交城市投资控股有限公司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中国交通信息科技集团有限公司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中国联合网络通信有限公司深圳市分公司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中捷通信有限公司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中移系统集成有限公司广东分公司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中通服建设有限公司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佛山市交通投资集团有限公司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公诚管理咨询有限公司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广东利通科技投资有限公司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广东利通置业投资有限公司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广东华路交通科技有限公司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广东南方电信规划咨询设计院有限公司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广东新粤交通投资有限公司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广东省交通集团有限公司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广东省电信规划设计院有限公司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广东诚泰交通科技发展有限公司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广东飞达交通工程有限公司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广州交投机电工程有限公司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131 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下游应用（15家）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广州中交通信有限公司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广州交通集团物流有限公司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广州巴士集团有限公司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广州市交通站场建设管理中心有限公司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广州市公共交通数据管理中心有限公司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广州市智能网联汽车示范区运营中心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深圳市综合交通运行指挥中心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丰巢网络技术有限公司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广东南粤通客运联网中心有限公司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广州佳都方纬交通科技有限公司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广州国交润万交通信息有限公司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广州瀚信通信科技股份有限公司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广州锐龙供应链有限公司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广州顺丰速运有限公司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深圳智驹云服科技有限公司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场景：智慧公路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111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上游技术（33家）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中国电信股份有限公司广东分公司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中国移动通信集团广东有限公司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中国联合网络通信有限公司中山市分公司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中国联合网络通信有限公司广东省分公司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广东联合电子服务股份有限公司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中兴通讯股份有限公司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佛山市青松科技股份有限公司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北京万集科技股份有限公司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华为技术有限公司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广东南方通信建设有限公司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广东新快易通智能信息发展有限公司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广东百视特照明电器有限公司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广东盛路通信科技股份有限公司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广州优路加信息科技有限公司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广州信盛通信科技有限公司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广州市埃特斯通讯设备有限公司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广州芯网电子科技有限公司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广州高新兴网联科技有限公司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15 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中游集成（56家）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东莞市交通投资控股集团有限公司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中国联合网络通信有限公司深圳市分公司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中山市交通发展集团有限公司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中移系统集成有限公司广东分公司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中通服建设有限公司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佛山市交通投资集团有限公司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保利长大工程有限公司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公诚管理咨询有限公司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广东利通科技投资有限公司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广东利通置业投资有限公司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广东华路交通科技有限公司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广东新粤交通投资有限公司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广东晶通公路工程建设集团有限公司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广东省交通规划设计研究院集团股份有限公司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广东省交通集团有限公司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广东省公路勘察规划设计院有限公司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广东省南粤交通投资建设有限公司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广东省建筑工程机械施工有限公司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38 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下游应用（22家）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东莞发展控股股份有限公司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东莞市路桥投资建设有限公司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中交广连高速公路投资发展有限公司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佛山广明高速公路有限公司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广东广深高速公路有限公司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广东开阳高速公路有限公司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广东河惠高速公路有限公司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广东渝湛高速公路有限公司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广东港珠澳大桥穿梭巴士有限公司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广东省公路建设有限公司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广东省路桥建设发展有限公司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广东省高速公路发展股份有限公司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广东省高速公路有限公司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广东粤运交通股份有限公司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广东阳茂高速公路有限公司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广州长运集团有限公司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深圳高速公路集团股份有限公司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越秀（中国）交通基建投资有限公司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4 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场景：交通大数据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76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上游技术（16家）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中国移动通信集团广东有限公司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广东联合电子服务股份有限公司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广州交信投科技股份有限公司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深圳市易行网数字科技有限公司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中电科金仓（北京）科技股份有限公司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中科星图数字地球合肥有限公司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北京四维图新科技股份有限公司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华章数据技术有限公司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广州优路加信息科技有限公司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广州柏瀚信息科技有限公司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杭州海康威视数字技术股份有限公司广州分公司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杭州美创科技股份有限公司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浙江大华技术股份有限公司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深圳北斗应用技术研究院有限公司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腾讯云计算（北京）有限责任公司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59669"/>
                </a:solidFill>
              </a:defRPr>
            </a:pPr>
            <a:r>
              <a:t>[研] 华南理工大学智能交通系统与物流技术研究所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中游集成（50家）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中国交通信息科技集团有限公司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中国联合网络通信有限公司深圳市分公司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中移系统集成有限公司广东分公司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广州市交通运输研究院有限公司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深圳市城市交通规划设计研究中心股份有限公司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深圳市智能交通技术有限公司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珠海市交通物联网有限公司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北京久其软件股份有限公司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北京华录高诚科技有限公司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北京超图软件股份有限公司广州分公司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同盾科技有限公司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广东云慧通科技有限公司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广东宜通联云智能信息有限公司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广东振业优控科技股份有限公司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广东方纬科技有限公司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广东浪潮软件有限公司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广东瀚信科技有限公司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广东瀚宇技术有限公司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32 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下游应用（10家）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广州中交通信有限公司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广州交通集团物流有限公司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广州市公共交通数据管理中心有限公司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深圳市综合交通运行指挥中心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广东盈通网络投资有限公司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广州国交润万交通信息有限公司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广州数据交易所有限公司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广州瀚信通信科技股份有限公司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广州顺丰速运有限公司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深圳智驹云服科技有限公司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场景：人工智能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63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上游技术（46家）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广州汽车集团股份有限公司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上海峰华人工智能科技有限公司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云宏信息科技股份有限公司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云念软件（广东）有限公司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佳都科技集团股份有限公司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北京卓视智通科技有限责任公司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北京博研智通科技有限公司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华为技术有限公司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华为海思半导体有限公司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华力创科学（深圳）有限公司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广东航天七零六信息科技有限公司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广东龙芯中科电子科技有限公司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广州宸境科技有限公司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广州小马智行科技有限公司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广州小鹏汽车科技有限公司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广州市杜格科技有限公司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广州极飞科技股份有限公司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广州英码信息科技有限公司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28 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中游集成（15家）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广东利通科技投资有限公司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同盾科技有限公司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广东大仓机器人科技有限公司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广东敖智科技有限公司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广东海欣智能科技有限公司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广东运星科技有限公司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广州中科云图智能科技有限公司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广州喜讯智能科技有限公司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广州市学塾加软件科技有限公司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广州广电运通智能科技有限公司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智行智能交通科技（广州）有限公司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浩鲸云计算科技股份有限公司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深圳市腾讯计算机系统有限公司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滴普科技股份有限公司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视云融聚（广州）科技有限公司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下游应用（2家）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广州文远知行科技有限公司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滴滴出行科技有限公司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场景：自动驾驶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52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上游技术（42家）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广州汽车集团股份有限公司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上海华测导航技术股份有限公司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亿航智能设备有限公司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北京万集科技股份有限公司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北京四维图新科技股份有限公司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华为海思半导体有限公司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华力创科学（深圳）有限公司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广东汇天航空航天科技有限公司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广东盛路通信科技股份有限公司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广州中海达卫星导航技术股份有限公司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广州吉欧电子科技有限公司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广州宸境科技有限公司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广州导远电子科技有限公司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广州小马智行科技有限公司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广州小鹏汽车科技有限公司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广州市中海达测绘仪器有限公司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广州立功科技股份有限公司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广州芯网电子科技有限公司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24 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中游集成（3家）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京雄云控（北京）智能交通科技有限公司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深圳市凌度汽车电子有限公司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59669"/>
                </a:solidFill>
              </a:defRPr>
            </a:pPr>
            <a:r>
              <a:t>[研] 广州计量检测技术研究院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下游应用（7家）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广州市智能网联汽车示范区运营中心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广东车联网信息科技服务有限公司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广州文远知行科技有限公司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广州祺宸科技有限公司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深圳美团科技有限公司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滴滴出行科技有限公司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祺迹汽车科技（广州）有限公司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场景：湾区MaaS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52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上游技术（2家）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广州交信投科技股份有限公司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广州通达汽车电气股份有限公司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中游集成（16家）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中交城市投资控股有限公司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中山市交通发展集团有限公司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广东岭南通股份有限公司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广东省交通集团有限公司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广州市交通规划研究院有限公司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广州市交通运输研究院有限公司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广州市城市规划勘测设计研究院有限公司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广州羊城通有限公司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深圳市城市交通规划设计研究中心股份有限公司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珠海交通控股集团有限公司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广州广电运通智能科技有限公司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广州运通链达金服科技有限公司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深圳市前海亿车科技有限公司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深圳市腾讯计算机系统有限公司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深圳市都市交通规划设计研究院有限公司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深圳市金证科技股份有限公司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下游应用（34家）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威盛运输企业有限公司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岐关车路有限公司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广东广佛轨道交通有限公司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广东港珠澳大桥穿梭巴士有限公司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广东省拱北汽车运输有限责任公司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广东省汽车运输集团有限公司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广东粤运交通股份有限公司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广州公交集团新能源发展有限责任公司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广州地铁集团有限公司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广州巴士集团有限公司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广州市交通站场建设管理中心有限公司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广州市公共交通数据管理中心有限公司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广州港集团有限公司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广州白云国际机场空港快线运输有限公司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广州白云国际机场股份有限公司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广州长运集团有限公司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招商局港口集团股份有限公司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深圳市地铁集团有限公司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16 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场景：信创网络安全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32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上游技术（23家）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中国电信股份有限公司广东分公司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中国联合网络通信有限公司广东省分公司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中电科普天科技股份有限公司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中兴通讯股份有限公司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中电科金仓（北京）科技股份有限公司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云宏信息科技股份有限公司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亚信安全科技股份有限公司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北京信安世纪科技股份有限公司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北京启明星辰信息安全技术有限公司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北京天融信网络安全技术有限公司广州分公司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北京神州绿盟科技有限公司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北京网御星云信息技术有限公司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华为技术有限公司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华章数据技术有限公司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奇安信网神信息技术(北京)股份有限公司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山东新潮信息技术有限公司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广东航天七零六信息科技有限公司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广东龙芯中科电子科技有限公司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5 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中游集成（9家）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广东南方电信规划咨询设计院有限公司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上海天玑科技股份有限公司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信创神州（广东）科技有限公司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北京辰安科技股份有限公司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吉华安全技术（广州）股份有限公司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广东中兴新支点技术有限公司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广东智臣科技有限公司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广东省低空安全科技有限公司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广东赛诺科技股份有限公司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场景：低空智慧交通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36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上游技术（24家）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广州汽车集团股份有限公司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上海华测导航技术股份有限公司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中科星图数字地球合肥有限公司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亿航智能设备有限公司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华诺星空技术股份有限公司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南京莱斯信息技术股份有限公司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峰飞航空科技（深圳）有限公司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广东南方通信建设有限公司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广东汇天航空航天科技有限公司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广州中海达卫星导航技术股份有限公司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广州信盛通信科技有限公司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广州吉欧电子科技有限公司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342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广州市中海达测绘仪器有限公司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广州极飞科技股份有限公司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深圳北斗应用技术研究院有限公司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深圳市大疆创新科技有限公司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深圳市科比特航空科技有限公司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深圳市道通智能航空技术股份有限公司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4126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</a:defRPr>
            </a:pPr>
            <a:r>
              <a:t>...及其他 6 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中游集成（8家）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天羿智服（广东）科技有限公司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广东北研航空遥感科技有限公司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广东智飞航空技术服务有限公司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广东省低空安全科技有限公司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广东青云直上航空科技有限公司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广州中科云图智能科技有限公司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广州市鑫广飞信息科技有限公司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广州成至智能机器科技有限公司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下游应用（4家）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广州白云国际机场空港快线运输有限公司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广州白云国际机场股份有限公司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广东享飞通用航空有限公司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深圳美团科技有限公司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场景：智慧轨道交通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20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上游技术（3家）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佳都科技集团股份有限公司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比亚迪通信信号有限公司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59669"/>
                </a:solidFill>
              </a:defRPr>
            </a:pPr>
            <a:r>
              <a:t>[研] 华南理工大学土木与交通学院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中游集成（12家）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东莞市交通投资控股集团有限公司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中车广东轨道交通车辆有限公司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广东省交通规划设计研究院集团股份有限公司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广东省建筑工程机械施工有限公司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广州中车轨道交通装备有限公司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深圳中车轨道交通装备有限公司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中交远洲交通科技集团有限公司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华设设计集团股份有限公司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295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广东正方圆工程咨询有限公司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广州市微柏软件股份有限公司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广州广电运通智能科技有限公司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33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广联达数字科技（广州）有限公司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下游应用（5家）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广东广佛轨道交通有限公司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广州地铁集团有限公司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深圳市地铁集团有限公司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广州佳都方纬交通科技有限公司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59669"/>
                </a:solidFill>
              </a:defRPr>
            </a:pPr>
            <a:r>
              <a:t>[研] 广州铁路职业技术学院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场景：智慧停车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13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上游技术（2家）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成都臻识科技发展有限公司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深圳市金溢科技股份有限公司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中游集成（8家）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广东岭南通股份有限公司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广州羊城通有限公司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广东云网通信有限公司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广东艾科智泊科技股份有限公司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广东蔚景科技股份有限公司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深圳市前海亿车科技有限公司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272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深圳市捷顺科技实业股份有限公司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284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深圳市趣电智行科技有限公司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下游应用（3家）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广州公交集团新能源发展有限责任公司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佛山市广佛通电子收费营运有限公司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珠海市珠海通科技有限公司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场景：智慧港航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12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上游技术（4家）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广州中海达卫星导航技术股份有限公司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广州市中海达测绘仪器有限公司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深圳中集智能科技有限公司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59669"/>
                </a:solidFill>
              </a:defRPr>
            </a:pPr>
            <a:r>
              <a:t>[研] 广州航海学院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中游集成（5家）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东莞市交通投资控股集团有限公司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广东省航运规划设计院有限公司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珠海交通控股集团有限公司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237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广东航鑫工程勘察设计有限公司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249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广州港数据科技有限公司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📱 下游应用（3家）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广州港集团有限公司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D97706"/>
                </a:solidFill>
              </a:defRPr>
            </a:pPr>
            <a:r>
              <a:t>[国] 招商局港口集团股份有限公司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225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广州航运交易所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场景：具身智能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共 3 家企业/机构涉及此场景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🔧 上游技术（2家）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广州小鹏汽车科技有限公司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59669"/>
                </a:solidFill>
              </a:defRPr>
            </a:pPr>
            <a:r>
              <a:t>[研] 中山大学智能工程学院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⚙️ 中游集成（1家）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91B2"/>
                </a:solidFill>
              </a:defRPr>
            </a:pPr>
            <a:r>
              <a:t>[民] 广东大仓机器人科技有限公司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核心企业/机构名录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上游技术（137家）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上海华测导航技术股份有限公司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7792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上海峰华人工智能科技有限公司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4708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中兴通讯股份有限公司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62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中国电信股份有限公司广东分公司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8541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中国移动通信集团广东有限公司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5458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中国联合网络通信有限公司中山市分公司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2374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中国联合网络通信有限公司广东省分公司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290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</a:defRPr>
            </a:pPr>
            <a:r>
              <a:t>[研] 中山大学智能工程学院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6207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中山市人杰职业培训学校有限公司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312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中电科普天科技股份有限公司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00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中电科金仓（北京）科技股份有限公司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36956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中科星图数字地球合肥有限公司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3872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云宏信息科技股份有限公司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7078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云念软件（广东）有限公司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7705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亚信安全科技股份有限公司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0462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亿航智能设备有限公司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21538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佛山市青松科技股份有限公司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454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佳都科技集团股份有限公司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55371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北京万集科技股份有限公司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72287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北京信安世纪科技股份有限公司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9203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北京卓视智通科技有限责任公司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06120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北京博研智通科技有限公司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23036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北京启明星辰信息安全技术有限公司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39953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北京四维图新科技股份有限公司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56869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北京天融信网络安全技术有限公司广州分公司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73785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</a:defRPr>
            </a:pPr>
            <a:r>
              <a:t>[研] 北京理工大学珠海学院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90702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北京神州绿盟科技有限公司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07618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北京网御星云信息技术有限公司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24535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</a:defRPr>
            </a:pPr>
            <a:r>
              <a:t>[研] 北京航空航天大学深圳研究院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1451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北京视讯伟业科技有限公司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9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</a:defRPr>
            </a:pPr>
            <a:r>
              <a:t>中游集成（188家）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59" y="15087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上海天玑科技股份有限公司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167792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东莞市交通投资控股集团有限公司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59" y="184708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东莞市智城科技有限公司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59" y="20162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中交城市投资控股有限公司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59" y="218541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中交远洲交通科技集团有限公司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59" y="235458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中公华通（北京）科技发展有限公司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59" y="252374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中国交通信息科技集团有限公司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59" y="269290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中国联合网络通信有限公司深圳市分公司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59" y="286207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中大智能科技股份有限公司广东分公司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59" y="30312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中山市交通发展集团有限公司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59" y="3200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中捷通信有限公司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59" y="336956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中时讯通信建设有限公司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59" y="353872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中瑆科技（广东）有限公司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59" y="37078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中移系统集成有限公司广东分公司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59" y="387705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中诚金桥工程有限公司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59" y="40462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中车广东轨道交通车辆有限公司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1959" y="421538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中通服建设有限公司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59" y="438454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京雄云控（北京）智能交通科技有限公司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59" y="455371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佛山市交通投资集团有限公司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59" y="472287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保利长大工程有限公司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59" y="489203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信创神州（广东）科技有限公司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51959" y="506120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公诚管理咨询有限公司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1959" y="523036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北京久其软件股份有限公司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59" y="539953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北京公科飞达交通工程发展有限公司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59" y="556869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北京华录高诚科技有限公司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51959" y="573785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北京天云海星科技有限公司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51959" y="590702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北京小赛网络科技有限公司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59" y="607618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北京超图软件股份有限公司广州分公司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1959" y="624535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北京辰安科技股份有限公司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51959" y="641451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北京逐风科技有限公司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</a:defRPr>
            </a:pPr>
            <a:r>
              <a:t>下游应用（72家）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15087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东莞发展控股股份有限公司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167792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东莞市路桥投资建设有限公司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184708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中交广连高速公路投资发展有限公司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20162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中山市国生汽车运输有限公司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218541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丰巢网络技术有限公司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235458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佛山市广佛通电子收费营运有限公司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252374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佛山广明高速公路有限公司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269290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北京市盈科（广州）律师事务所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286207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华闳咨询集团有限公司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30312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威盛运输企业有限公司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3200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岐关车路有限公司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336956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广东享飞通用航空有限公司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353872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广东利通物业发展有限公司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37078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广东南方福瑞德律师事务所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0" y="387705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广东南粤通客运联网中心有限公司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40462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广东广佛轨道交通有限公司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421538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广东广深高速公路有限公司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438454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广东开阳高速公路有限公司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0" y="455371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广东恒泰交通科技发展有限公司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472287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广东新协力交通股份有限公司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489203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广东正衡税务师事务所有限公司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0" y="506120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广东河惠高速公路有限公司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0" y="523036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广东渝湛高速公路有限公司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539953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广东港珠澳大桥穿梭巴士有限公司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556869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891B2"/>
                </a:solidFill>
              </a:defRPr>
            </a:pPr>
            <a:r>
              <a:t>[民] 广东盈通网络投资有限公司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0" y="5737859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广东省公路建设有限公司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0" y="5907023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广东省广播电视网络股份有限公司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9600" y="6076187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广东省拱北汽车运输有限责任公司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0" y="624535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广东省汽车运输集团有限公司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6414515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97706"/>
                </a:solidFill>
              </a:defRPr>
            </a:pPr>
            <a:r>
              <a:t>[国] 广东省路桥建设发展有限公司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数据统计总览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企业类型分布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</a:defRPr>
            </a:pPr>
            <a:r>
              <a:t>国央企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</a:defRPr>
            </a:pPr>
            <a:r>
              <a:t>93 家（23.4%）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</a:defRPr>
            </a:pPr>
            <a:r>
              <a:t>民企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</a:defRPr>
            </a:pPr>
            <a:r>
              <a:t>285 家（71.8%）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科研机构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68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</a:defRPr>
            </a:pPr>
            <a:r>
              <a:t>19 家（4.8%）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产业链层级分布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上游技术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</a:defRPr>
            </a:pPr>
            <a:r>
              <a:t>137 家（34.5%）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中游集成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</a:defRPr>
            </a:pPr>
            <a:r>
              <a:t>188 家（47.4%）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</a:defRPr>
            </a:pPr>
            <a:r>
              <a:t>下游应用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68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</a:defRPr>
            </a:pPr>
            <a:r>
              <a:t>72 家（18.1%）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</a:defRPr>
            </a:pPr>
            <a:r>
              <a:t>场景覆盖 TOP10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智慧交通管理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232 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02996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智慧公路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202996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114 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2257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交通大数据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232257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76 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151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人工智能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261518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63 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9077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自动驾驶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290779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52 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003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湾区MaaS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32003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52 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低空智慧交通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3493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36 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856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信创网络安全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37856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32 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0782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智慧轨道交通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40782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20 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370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智慧停车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43708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055"/>
                </a:solidFill>
              </a:defRPr>
            </a:pPr>
            <a:r>
              <a:t>13 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数据截止日期：2026年6月  |  数据来源：广东省智能交通协会会员名录、企业公开信息、全网搜索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